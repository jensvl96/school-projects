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EC96-4D6D-6787-AA5D-C40820DCA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9F97E-6F6D-A3E1-6DBC-8972B9A9C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5A703-642C-8BBA-84EC-BFCAEDD3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CC17F-9EB6-12F7-5E18-65A957B1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4FB2-E4C8-177C-3187-890C4C9E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5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84FD-3CEF-7483-1568-84776BF3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5213-825A-D179-4B88-375E366DB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61DA-CFD9-1913-5E36-C5D5B493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E4C56-8D45-931B-46A1-3261DCD03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FCD1B-6A3C-94C7-C398-F21D4212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0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C3A3-2CDF-E9A1-CBD5-5587B343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DEB7F-2C1E-B5CD-8B70-2049E78A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89A8B-38F8-6510-A746-3BD4B0E79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2B646-02E0-A66A-90E3-8E207C88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9E57C-DDE1-1DEA-ABBF-1678B85F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16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4C46-CE49-EDD7-44D7-E3E9D231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3BEB-FB95-8C7D-7AE7-8C6EF18A3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2F028-4600-5AA5-5E3D-AF7AF0F12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F6FE1-FF81-5FC7-4BEF-8F91B5D4D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040CB-7C1C-9D2C-3AE2-49194B5E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A6010-948C-EF02-369C-EE1818E7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6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57B1-4930-8069-3EA2-D62C3261F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0488-FBF9-8572-D249-4516F552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19E56-7836-5570-8D84-5394A53EA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D4250-863F-EE15-5068-0B098D73B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7CB40-6D72-2440-E838-98D177CA2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E6D26-E718-4D8E-87BD-33DC781C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EC60B-FB2D-25C1-5B65-4A2D15E2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8D9C5-2F53-7357-BF1E-D2DD8885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89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27AA-2356-8737-84C8-37D45E6F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EA46C-0D24-8CCF-4015-44F9163A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89ADB-5360-8F0F-F4B8-582AC741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91FE6-C79E-DC5F-597D-DCD71C66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2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A9157F-9C10-F35B-E526-C0BADB2B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68013-1BD5-6F32-552C-7E349E92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99EBE-EDE3-DA89-CE2D-17A78CFDE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7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98E0-2CB1-5EC4-2391-6004A8173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5BE9-5F08-3074-204A-711949C24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E8607-4853-B2D6-AAEC-624BC930E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13FAB-483A-7704-DA47-0625DF2C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BE5BE-6BF7-CBCF-6B1D-8C84B07B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534C7-F867-B669-BAEE-DD81878E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5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E172-C45B-625A-FDA5-8BD7F2A0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8826-3EB3-F4EA-2E27-D1EB2FE17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555B5-003A-6E71-50CB-44AA3E053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B0DAB-8A3F-008C-D9A7-EF0B36F6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6D334-F6CE-0712-FD20-49186823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B06-618F-C23C-8C7F-DE0DF67C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8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9560-7AE6-8232-6309-B9C08809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7823-B2D8-C213-2493-86E38CA5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CD58D-6DDF-8960-9C74-967CDFEE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3D609-7B72-582A-4210-8F296E84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3586C-18AE-C51C-87EA-6BD623EE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7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53FB4-3715-AD96-B160-D60684C84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C1A3E-1DDD-8479-37B0-E4D5D7641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9723-37E1-28F6-E03F-64CFC6B76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D3B28-ECFB-4825-BA2D-A4473BEBB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D4A38-EA14-C612-1A0C-78B3544B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5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39438-27FE-F2E5-B53A-A39D22C4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B0F59-D004-7070-647C-ACE3BDF4D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8640-3475-60AA-4662-1539D45EC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67132-4D2F-4567-A8ED-0FA2454CCCF0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41AC9-7CB9-6F32-A81D-F59116112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7BD8B-C63C-6E20-F958-2C4E19AFD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64559-B706-4134-9472-9B14A3DD9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0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01D6-4613-D85E-0BD4-7F9713245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99E55-B750-869F-601B-27707A7BD6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Mythos Grant</a:t>
            </a:r>
          </a:p>
        </p:txBody>
      </p:sp>
    </p:spTree>
    <p:extLst>
      <p:ext uri="{BB962C8B-B14F-4D97-AF65-F5344CB8AC3E}">
        <p14:creationId xmlns:p14="http://schemas.microsoft.com/office/powerpoint/2010/main" val="416682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BE64-1C41-C1F7-7286-BE7199BF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46A3-C7FE-136C-3BC1-5B12B3F53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Game Type: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Multiplayer: Primarily local ("couch co-op") with potential for online multiplayer in future updates.</a:t>
            </a:r>
          </a:p>
          <a:p>
            <a:pPr marL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Visual Style: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The game will be 2D or 2.5D, depending on the character models.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The art style will be low-poly, with animations created either through manual frame-by-frame animation or 3D rigging for 2D characters (2.5D).</a:t>
            </a:r>
          </a:p>
          <a:p>
            <a:pPr marL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Data Storage: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Data will be stored locally to minimize loading times and avoid lag spikes. Pre-loading assets will ensure smooth gameplay.</a:t>
            </a:r>
          </a:p>
          <a:p>
            <a:pPr marL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Platform: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Initially designed for PC, but with potential for console compatibility to broaden the player base.</a:t>
            </a:r>
          </a:p>
          <a:p>
            <a:pPr marL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User Interface (UI):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The UI will be minimalist, using simple image layering to maintain the game's aesthetic.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92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D780-4D28-5726-C3E5-FF6D34A4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Combat mechanic</a:t>
            </a:r>
          </a:p>
        </p:txBody>
      </p:sp>
      <p:pic>
        <p:nvPicPr>
          <p:cNvPr id="7" name="Content Placeholder 6" descr="A set of hands with fingers pointing&#10;&#10;AI-generated content may be incorrect.">
            <a:extLst>
              <a:ext uri="{FF2B5EF4-FFF2-40B4-BE49-F238E27FC236}">
                <a16:creationId xmlns:a16="http://schemas.microsoft.com/office/drawing/2014/main" id="{BF56646F-0E2A-EC4D-D19F-F01C58D56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012" y="491332"/>
            <a:ext cx="6172200" cy="34718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E0E62-0DFB-6EAD-1397-CD8C13DE4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inputs, swing and focus.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Swing gives momentum and beats parry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Opponent loses grip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 is quick and beats swing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Opponent is too slow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Parry can defend against stabs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Opponent was prepared</a:t>
            </a:r>
          </a:p>
        </p:txBody>
      </p:sp>
      <p:pic>
        <p:nvPicPr>
          <p:cNvPr id="9" name="Picture 8" descr="A person in a white garment holding a sword&#10;&#10;AI-generated content may be incorrect.">
            <a:extLst>
              <a:ext uri="{FF2B5EF4-FFF2-40B4-BE49-F238E27FC236}">
                <a16:creationId xmlns:a16="http://schemas.microsoft.com/office/drawing/2014/main" id="{2185AED7-1397-8BA5-D52E-70BA4640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013" y="4596109"/>
            <a:ext cx="2039938" cy="1147465"/>
          </a:xfrm>
          <a:prstGeom prst="rect">
            <a:avLst/>
          </a:prstGeom>
        </p:spPr>
      </p:pic>
      <p:pic>
        <p:nvPicPr>
          <p:cNvPr id="13" name="Picture 12" descr="A blue light coming out of a rocket&#10;&#10;AI-generated content may be incorrect.">
            <a:extLst>
              <a:ext uri="{FF2B5EF4-FFF2-40B4-BE49-F238E27FC236}">
                <a16:creationId xmlns:a16="http://schemas.microsoft.com/office/drawing/2014/main" id="{AE9E6D37-214F-F82D-E292-946C835D3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951" y="4341086"/>
            <a:ext cx="2039938" cy="1754914"/>
          </a:xfrm>
          <a:prstGeom prst="rect">
            <a:avLst/>
          </a:prstGeom>
        </p:spPr>
      </p:pic>
      <p:pic>
        <p:nvPicPr>
          <p:cNvPr id="17" name="Picture 16" descr="A person holding a light saber&#10;&#10;AI-generated content may be incorrect.">
            <a:extLst>
              <a:ext uri="{FF2B5EF4-FFF2-40B4-BE49-F238E27FC236}">
                <a16:creationId xmlns:a16="http://schemas.microsoft.com/office/drawing/2014/main" id="{935D3B09-2C03-2B2E-25FA-7CC7EADC7A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888" y="4380860"/>
            <a:ext cx="2092323" cy="153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6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B5CA-FA2F-BA11-5EEE-7B4B820BD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Platforms &amp; movement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51AC1-24C1-9DEF-8654-A159F04DA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Heavily inspired by celeste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 will be functionally the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Stage theme inspired by blend between foreground and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B03FB3-CC78-D0E6-9343-A314CDEC8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718708"/>
            <a:ext cx="6172200" cy="341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1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01CB-3445-2CEC-FD04-D495F8CE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screen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439F0-F89F-9D2F-9FCF-5152E0AAF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Each player will be able to select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Stage</a:t>
            </a:r>
          </a:p>
        </p:txBody>
      </p:sp>
      <p:pic>
        <p:nvPicPr>
          <p:cNvPr id="5" name="Content Placeholder 4" descr="Сообщество Steam :: Руководство :: Cuphead Basics Guide">
            <a:extLst>
              <a:ext uri="{FF2B5EF4-FFF2-40B4-BE49-F238E27FC236}">
                <a16:creationId xmlns:a16="http://schemas.microsoft.com/office/drawing/2014/main" id="{072CEAFB-760A-AC09-4990-044A5E591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689153"/>
            <a:ext cx="6172200" cy="3470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54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300EB-D835-C59A-BF2C-0FAF5391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grant gets you closer to dominance</a:t>
            </a:r>
          </a:p>
        </p:txBody>
      </p:sp>
      <p:pic>
        <p:nvPicPr>
          <p:cNvPr id="6" name="Content Placeholder 5" descr="A person in armor holding a sword&#10;&#10;AI-generated content may be incorrect.">
            <a:extLst>
              <a:ext uri="{FF2B5EF4-FFF2-40B4-BE49-F238E27FC236}">
                <a16:creationId xmlns:a16="http://schemas.microsoft.com/office/drawing/2014/main" id="{9E6FAD28-6210-D50E-9D2E-C4B5EA84C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282" y="722249"/>
            <a:ext cx="3249083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A470C-37F4-BA5E-A094-5AB833CDE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grant to gain armor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Influence the next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Slowly take over the background as you continue winning.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 descr="A armor and sword on a stand&#10;&#10;AI-generated content may be incorrect.">
            <a:extLst>
              <a:ext uri="{FF2B5EF4-FFF2-40B4-BE49-F238E27FC236}">
                <a16:creationId xmlns:a16="http://schemas.microsoft.com/office/drawing/2014/main" id="{283AEA00-0C22-3B8C-3F49-AD1B9316B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365" y="722249"/>
            <a:ext cx="2430526" cy="2430526"/>
          </a:xfrm>
          <a:prstGeom prst="rect">
            <a:avLst/>
          </a:prstGeom>
        </p:spPr>
      </p:pic>
      <p:pic>
        <p:nvPicPr>
          <p:cNvPr id="12" name="Picture 11" descr="A mannequin wearing a garment&#10;&#10;AI-generated content may be incorrect.">
            <a:extLst>
              <a:ext uri="{FF2B5EF4-FFF2-40B4-BE49-F238E27FC236}">
                <a16:creationId xmlns:a16="http://schemas.microsoft.com/office/drawing/2014/main" id="{B5720C92-84E7-198F-EADA-300970B8E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625" y="3152775"/>
            <a:ext cx="1630005" cy="24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49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B2CA-A820-20A3-DD05-FF977F66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DC15A-4E18-E80F-E562-FDC38728D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Graphics: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Character Models: Low-poly designs, either 2D or 2.5D.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Backgrounds: Unique environments for each stage.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Platforms and Walls: Customizable designs to match the stage themes.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UI Elements: Health bars, menus, and buttons.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Weapon Models: Unique designs for each sword.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Sound: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Background Music: Upbeat electronic music created using AI tools.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Sound Effects: Sword clashes, player damage, dashing, jumping, and stage transitions.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Voice Lines: Short phrases for character entrances and victories.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Other Assets: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Fonts: Easy-to-read, minimalist fonts.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Particle Effects: Sparks for sword clashes, dust for jumps and dashes.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53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B0EE-24FD-6D55-6E0E-038D7F33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8531E-D5F9-447A-CD63-82DE3B592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Core Mechanics: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Default character, sword, stage, and platform models.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Multiplayer Integration: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Implement local multiplayer functionality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Immersion Mechanics: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Health UI, music, sound effects, and particle effects.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Additional Mechanics: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Menu screens, 8 sword models, 3 stages, and 8 wall designs.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F9100D-D8EB-135F-64FB-B08D66BE659D}"/>
              </a:ext>
            </a:extLst>
          </p:cNvPr>
          <p:cNvCxnSpPr/>
          <p:nvPr/>
        </p:nvCxnSpPr>
        <p:spPr>
          <a:xfrm>
            <a:off x="7900416" y="841248"/>
            <a:ext cx="0" cy="2807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56B3AC-AC34-49B2-4E08-5FF683E30F13}"/>
              </a:ext>
            </a:extLst>
          </p:cNvPr>
          <p:cNvCxnSpPr/>
          <p:nvPr/>
        </p:nvCxnSpPr>
        <p:spPr>
          <a:xfrm>
            <a:off x="7900416" y="1690688"/>
            <a:ext cx="0" cy="2807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8AAC9C-1AF9-6C9B-A0DA-1C000CA9F2F7}"/>
              </a:ext>
            </a:extLst>
          </p:cNvPr>
          <p:cNvCxnSpPr/>
          <p:nvPr/>
        </p:nvCxnSpPr>
        <p:spPr>
          <a:xfrm>
            <a:off x="7900416" y="2630424"/>
            <a:ext cx="0" cy="280720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004550-7050-BEAC-59D4-33F391A78D0C}"/>
              </a:ext>
            </a:extLst>
          </p:cNvPr>
          <p:cNvCxnSpPr/>
          <p:nvPr/>
        </p:nvCxnSpPr>
        <p:spPr>
          <a:xfrm>
            <a:off x="7900416" y="862457"/>
            <a:ext cx="0" cy="19202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7BB4A5-3C64-CC3F-7E75-EC286D910F28}"/>
              </a:ext>
            </a:extLst>
          </p:cNvPr>
          <p:cNvCxnSpPr/>
          <p:nvPr/>
        </p:nvCxnSpPr>
        <p:spPr>
          <a:xfrm>
            <a:off x="7900416" y="841248"/>
            <a:ext cx="0" cy="100584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2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81D6-61CE-8BBE-4492-3369C2073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6B4A-23A1-5BC8-3786-1FC5FA51B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52400" marR="0"/>
            <a:r>
              <a:rPr lang="en-US" sz="18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Self-Publishing: </a:t>
            </a:r>
          </a:p>
          <a:p>
            <a:pPr marL="457200" lvl="1"/>
            <a:r>
              <a:rPr lang="en-US" sz="14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Publisher Partnership: Pitch the game to a publisher for additional funding.</a:t>
            </a:r>
          </a:p>
          <a:p>
            <a:pPr marL="457200" lvl="1"/>
            <a:r>
              <a:rPr lang="en-US" sz="14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Release the game at a low cost and focus on marketing through social media and influencers.</a:t>
            </a:r>
            <a:endParaRPr lang="en-US" sz="14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lvl="1"/>
            <a:r>
              <a:rPr lang="en-US" sz="14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Post-Launch Content: Update with new stages, characters, or swords.</a:t>
            </a:r>
            <a:endParaRPr lang="en-US" sz="1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/>
            <a:r>
              <a:rPr lang="en-US" sz="18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Pricing Model:</a:t>
            </a:r>
            <a:endParaRPr lang="en-US" sz="18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lvl="1"/>
            <a:r>
              <a:rPr lang="en-US" sz="14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The game will be free at launch for alpha users to provide feedback, then increased to an adaptable price based on interest.</a:t>
            </a:r>
            <a:endParaRPr lang="en-US" sz="1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marR="0"/>
            <a:r>
              <a:rPr lang="en-US" sz="18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Marketing Plan: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lvl="1"/>
            <a:r>
              <a:rPr lang="en-US" sz="14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Social media: Promote the game on platforms like Twitter, Instagram, and TikTok.</a:t>
            </a:r>
            <a:endParaRPr lang="en-US" sz="1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457200" lvl="1"/>
            <a:r>
              <a:rPr lang="en-US" sz="1400" b="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Influencers: Partner with gaming YouTubers and Twitch streamers.</a:t>
            </a:r>
            <a:endParaRPr lang="en-US" sz="1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en-US" dirty="0"/>
          </a:p>
        </p:txBody>
      </p:sp>
      <p:pic>
        <p:nvPicPr>
          <p:cNvPr id="5" name="Picture 4" descr="A money bag and stacks of coins&#10;&#10;AI-generated content may be incorrect.">
            <a:extLst>
              <a:ext uri="{FF2B5EF4-FFF2-40B4-BE49-F238E27FC236}">
                <a16:creationId xmlns:a16="http://schemas.microsoft.com/office/drawing/2014/main" id="{0E58E26A-E73D-1092-9895-230653B4B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08" y="3697859"/>
            <a:ext cx="2795016" cy="279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20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61EA-7550-213D-7A41-7E882CD9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and scope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F7E683C-837D-6326-D787-1D313D71D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296" y="1825625"/>
            <a:ext cx="3139440" cy="2828671"/>
          </a:xfrm>
        </p:spPr>
        <p:txBody>
          <a:bodyPr>
            <a:normAutofit/>
          </a:bodyPr>
          <a:lstStyle/>
          <a:p>
            <a:pPr marL="0" marR="0" indent="0" algn="ctr">
              <a:lnSpc>
                <a:spcPct val="150000"/>
              </a:lnSpc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Training</a:t>
            </a:r>
          </a:p>
          <a:p>
            <a:pPr marL="342900" marR="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2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Task: Learn new tools (e.g., Blender, Godot)</a:t>
            </a:r>
          </a:p>
          <a:p>
            <a:pPr lvl="1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Duration: 2 weeks (integrated into Production phase).</a:t>
            </a:r>
          </a:p>
          <a:p>
            <a:pPr lvl="1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Date: 26.02.2025.</a:t>
            </a:r>
          </a:p>
          <a:p>
            <a:pPr lvl="1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End Date: 11.03.2025.</a:t>
            </a:r>
          </a:p>
          <a:p>
            <a:endParaRPr lang="en-US" sz="120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3E8B40-1A3B-ADC2-0709-E21936E0A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4176" y="681037"/>
            <a:ext cx="3041904" cy="4351338"/>
          </a:xfrm>
        </p:spPr>
        <p:txBody>
          <a:bodyPr>
            <a:noAutofit/>
          </a:bodyPr>
          <a:lstStyle/>
          <a:p>
            <a:pPr marL="0" marR="0" indent="0" algn="ctr">
              <a:lnSpc>
                <a:spcPct val="150000"/>
              </a:lnSpc>
              <a:buNone/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Asset Creation</a:t>
            </a:r>
          </a:p>
          <a:p>
            <a:pPr marL="342900" marR="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Characters and Swords: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Duration: 1 month (integrated into Production phase).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Date: 19.03.2025.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End Date: 18.04.2025.</a:t>
            </a:r>
          </a:p>
          <a:p>
            <a:pPr marL="342900" marR="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Stages and Backgrounds: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Duration: 1.5 months (integrated into Production phase).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Date: 19.03.2025.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End Date: 22.04.2025.</a:t>
            </a:r>
          </a:p>
          <a:p>
            <a:pPr marL="342900" marR="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UI and Sound: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Duration: 1 month (integrated into Production phase).</a:t>
            </a:r>
          </a:p>
          <a:p>
            <a:pPr marL="742950" marR="0" lvl="1" indent="-285750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 Date: 19.03.2025.</a:t>
            </a:r>
          </a:p>
          <a:p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End Date: 22.04.2025.</a:t>
            </a:r>
            <a:endParaRPr lang="en-US" sz="1200" dirty="0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794A0051-AA82-FE02-48C8-1C32B64C8162}"/>
              </a:ext>
            </a:extLst>
          </p:cNvPr>
          <p:cNvSpPr txBox="1">
            <a:spLocks/>
          </p:cNvSpPr>
          <p:nvPr/>
        </p:nvSpPr>
        <p:spPr>
          <a:xfrm>
            <a:off x="6897624" y="1825625"/>
            <a:ext cx="24932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16FA58-BAED-6557-D5AD-EDDE06442349}"/>
              </a:ext>
            </a:extLst>
          </p:cNvPr>
          <p:cNvSpPr txBox="1"/>
          <p:nvPr/>
        </p:nvSpPr>
        <p:spPr>
          <a:xfrm>
            <a:off x="3853815" y="1825625"/>
            <a:ext cx="3045714" cy="338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Coding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Core Mechanics: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Duration: 2 months (integrated into Production phase).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Start Date: 26.02.2025.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End Date: 22.04.2025.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Additional Features: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Duration: 1.5 months (integrated into Production phase).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Start Date: 26.02.2025.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End Date: 22.04.2025.</a:t>
            </a:r>
          </a:p>
        </p:txBody>
      </p:sp>
    </p:spTree>
    <p:extLst>
      <p:ext uri="{BB962C8B-B14F-4D97-AF65-F5344CB8AC3E}">
        <p14:creationId xmlns:p14="http://schemas.microsoft.com/office/powerpoint/2010/main" val="378156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182E-3D0C-6DCF-A084-82E65D7F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4925E-1EAF-E8D5-261F-D37B59572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Game Engine: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Godot: Chosen for its flexibility, cross-platform support, and ease of use.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Software Tools: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Blender: For 3D modeling.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GIMP: For textures and UI design.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Audacity: For sound editing.</a:t>
            </a:r>
          </a:p>
          <a:p>
            <a:pPr marL="457200" lvl="1"/>
            <a:r>
              <a:rPr lang="en-US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ComfyUI</a:t>
            </a: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/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Fugatto</a:t>
            </a: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For AI-generated assets.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Performance Optimization: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Reduce polygon counts for models.</a:t>
            </a:r>
          </a:p>
          <a:p>
            <a:pPr marL="457200" lvl="1"/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Optimize code to minimize resource usage.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1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ABA0-9556-EAC1-086D-E05422E4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6F2A-23C6-1708-C992-2D5EC5AB4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tabLst>
                <a:tab pos="575564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Technical Risks: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Performance bottlenecks on lower-end hardware.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Networking issues for online multiplayer (if added).</a:t>
            </a:r>
          </a:p>
          <a:p>
            <a:pPr marL="0" marR="0">
              <a:tabLst>
                <a:tab pos="575564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Schedule Risks: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Delays in asset creation or coding.</a:t>
            </a:r>
          </a:p>
          <a:p>
            <a:pPr marL="0" marR="0">
              <a:tabLst>
                <a:tab pos="575564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Budget Risks: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Unexpected costs for tools or assets.</a:t>
            </a:r>
          </a:p>
          <a:p>
            <a:pPr marL="0" marR="0">
              <a:tabLst>
                <a:tab pos="575564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Market Risks: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Competition from similar games.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Changing player preferences.</a:t>
            </a:r>
          </a:p>
          <a:p>
            <a:pPr marL="0" marR="0">
              <a:tabLst>
                <a:tab pos="575564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Mitigation Strategies: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Regular testing to catch issues early.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Flexible timelines to accommodate delays.</a:t>
            </a:r>
          </a:p>
          <a:p>
            <a:pPr marL="457200" lvl="1">
              <a:tabLst>
                <a:tab pos="5755640" algn="r"/>
              </a:tabLst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Contingency budget for unexpected expenses.</a:t>
            </a:r>
            <a:endParaRPr lang="en-US" dirty="0"/>
          </a:p>
        </p:txBody>
      </p:sp>
      <p:pic>
        <p:nvPicPr>
          <p:cNvPr id="5" name="Picture 4" descr="A yellow triangle with a exclamation mark&#10;&#10;AI-generated content may be incorrect.">
            <a:extLst>
              <a:ext uri="{FF2B5EF4-FFF2-40B4-BE49-F238E27FC236}">
                <a16:creationId xmlns:a16="http://schemas.microsoft.com/office/drawing/2014/main" id="{56EEDED9-7CBF-5048-1286-A8A954BFA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772" y="2409825"/>
            <a:ext cx="22383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7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806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Symbol</vt:lpstr>
      <vt:lpstr>Times New Roman</vt:lpstr>
      <vt:lpstr>Office Theme</vt:lpstr>
      <vt:lpstr>Design</vt:lpstr>
      <vt:lpstr>General</vt:lpstr>
      <vt:lpstr>Combat mechanic</vt:lpstr>
      <vt:lpstr>Platforms &amp; movement</vt:lpstr>
      <vt:lpstr>Selection screen</vt:lpstr>
      <vt:lpstr>Each grant gets you closer to dominance</vt:lpstr>
      <vt:lpstr>Assets</vt:lpstr>
      <vt:lpstr>Workflow</vt:lpstr>
      <vt:lpstr>Revenue plan</vt:lpstr>
      <vt:lpstr>Time and scope</vt:lpstr>
      <vt:lpstr>Technical design</vt:lpstr>
      <vt:lpstr>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Christian Valen Leynse</dc:creator>
  <cp:lastModifiedBy>Jens Christian Valen Leynse</cp:lastModifiedBy>
  <cp:revision>1</cp:revision>
  <dcterms:created xsi:type="dcterms:W3CDTF">2025-02-25T21:57:02Z</dcterms:created>
  <dcterms:modified xsi:type="dcterms:W3CDTF">2025-02-25T22:46:33Z</dcterms:modified>
</cp:coreProperties>
</file>