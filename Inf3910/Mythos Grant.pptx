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5E78-3223-07F6-1BF9-DC6DAF1E8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BC8D2-F7D1-6BF6-37E0-7AF2CF776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CF754-344C-5196-661D-2910EB6BF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37A96-DF3B-0870-AEA5-B8D1831D6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F4497-C4F5-6DA9-FC0E-F18795F0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3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9A4BC-D5E4-03EE-F875-D1483361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07839-2D91-F7D8-B183-EE058E0C5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408FD-BB12-8A60-50AB-C9CAD0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437B6-0609-065F-2B3E-BA41B9024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02601-B1B0-CAF3-1907-FE1FA341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E6CC-22B7-A166-DC63-17F6CFA37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3414E-061D-1766-F52E-0671E05D6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725A-4302-B09C-C8BD-2E1F13C53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E543D-08A3-2446-A1BC-DF475C222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CFAFB-38DC-81D7-46E4-FA9C88FC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23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0EF6-722D-70AB-6698-25E7393A1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3893-0C67-F592-BDA6-A7D3B7BD6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BB985-FF49-EF9D-F6ED-3988A7911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BE6E0-FA34-B283-6FEF-0A923CFA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3BE15-8433-3E65-E9CA-CD7C071A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1B280-AE34-BAB0-328A-00BF3F96D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60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E55F-D709-E07D-E3F2-D513D4F2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DEE84-D1A4-B6BA-B1FC-8EC8D96A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B1FBC-A8CC-92B3-08E4-27DC61325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907EB-56B0-5F39-B76F-C901366C3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BE1E3-9ABF-EB59-EE67-FEEDBD7AD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0CFD94-2F06-80BA-4936-E15658CF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0153AA-66DD-6C29-FB07-43CBFB93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422D8-95E1-A98B-7D1C-A03DA1D2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51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69E6-A0CB-B911-BCDD-B8CDD8F8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2629A-905B-E305-C74E-39676EEE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2A9E3-58A0-9243-C042-282DE5EC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56D2B6-D8D5-0F18-3114-EA404D87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85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4988F-9D81-8404-0F82-CF4B9D17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4FFB4-49CD-E262-1DB9-F175F845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91DB5-3FA4-14AD-8DF7-76C4C408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8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C11A-2700-0119-DC14-2B2E026D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4D4D-D302-D2F5-3959-9EE941DBC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E45F0-CAA3-BFDE-FBBD-5F77DB2FF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B5683-29BF-B308-8A16-71801B68D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6E075-A4CF-9EBC-74F2-0A14D08E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5E852-3D70-05DD-47A2-ED10B8FD2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2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DE98C-DAC7-BFE9-0212-D1BE68B4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C5EA6-2D40-7137-D610-6DDA8A1FA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05405-EF61-A051-A930-3B112CB34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3CA48-6F3C-2D45-E596-7607C864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15C66-1782-62AE-C61C-6749DDEF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95270-622F-7182-3BC6-73CDF9BA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4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E12D-E22C-D09F-675F-40CF870B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5FE95-8651-F0E6-BB6A-FD5CB69E0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E2323-BF11-CADD-EFF5-2B5449B0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60845-479D-A4BC-7C69-3A524B297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06F80-8F3E-D5FB-96BE-DF5F3977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0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B82A0-1B31-9886-F140-E7AD88A43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9A418-6ACE-7AC0-9169-A65807D0E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78F26-E429-2C9F-B396-9A6E6A110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7C601-A62E-9597-355A-919D38AD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50DBF-4D9E-686E-2AF4-EEFA11AD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95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50EABF-F122-D4AB-42D2-C861A929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BAC03-13ED-2B90-5298-B1C66B5D5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9B87E-ED07-4FDB-40EF-B6D5426B7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A1BF1-DE9E-4A3E-8CF1-A95FFA374E96}" type="datetimeFigureOut">
              <a:rPr lang="en-US" smtClean="0"/>
              <a:t>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F9E60-B55E-407A-3C92-9F765C590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ED661-9485-9EDA-BAE5-BC88B90A4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14093-DB24-464A-8505-46923833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6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23CF3-0C64-AEEF-7AAB-D1327C464C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>
              <a:spcBef>
                <a:spcPts val="1200"/>
              </a:spcBef>
            </a:pPr>
            <a:r>
              <a:rPr lang="en-US" dirty="0"/>
              <a:t>Mythos Grant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EA430-F2B4-1F2E-461A-61EAF58B2D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High concept</a:t>
            </a:r>
            <a:endParaRPr lang="en-US" dirty="0"/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601F881-2118-3169-A4FF-7A5B24DB8F97}"/>
              </a:ext>
            </a:extLst>
          </p:cNvPr>
          <p:cNvSpPr txBox="1">
            <a:spLocks/>
          </p:cNvSpPr>
          <p:nvPr/>
        </p:nvSpPr>
        <p:spPr>
          <a:xfrm>
            <a:off x="4602480" y="563505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kern="0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By: Jens Christian Valen Leynse </a:t>
            </a:r>
          </a:p>
          <a:p>
            <a:r>
              <a:rPr lang="en-US" b="1" kern="0" dirty="0">
                <a:solidFill>
                  <a:srgbClr val="365F91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Developer, designer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60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4E44-0134-1BFA-733A-31B5C9D5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The “X”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67AB-89FF-3575-9B58-F04DCE2FD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When scholarly debates hit a dead end, rival historians armed with legendary sword relics settle the argument in a high-stakes tournament—where only one field of research wins the coveted grant money.]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6431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C730-3C15-6903-63D0-B21B5546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Time/ Schedule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1A5709-8819-CB1D-2D82-C831C0084B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44334"/>
              </p:ext>
            </p:extLst>
          </p:nvPr>
        </p:nvGraphicFramePr>
        <p:xfrm>
          <a:off x="838200" y="1825625"/>
          <a:ext cx="10515600" cy="339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65536007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0525861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468781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198375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4107288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74436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Milestone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Task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Description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Duration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Start date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End date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98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Design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Develop design doc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Game and technology defined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3.5 weeks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01.02.2025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25.02.2025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9770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Production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Program core mechanics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Movement, combat actions, special abilities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3 weeks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26.02.2025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18.03.2025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917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Prototype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Create prototype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</a:pPr>
                      <a:r>
                        <a:rPr lang="en-US" sz="1100" i="1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Playable game where characters can move, attack the opponent, and determine a winner or loser.</a:t>
                      </a:r>
                      <a:endParaRPr lang="en-US" sz="1200" i="1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43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Production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Create assets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Characters, background, UI, level design, sound &amp; music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8 weeks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19.03.2025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22.04.2025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216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Alpha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Alpha testing &amp; bug fixing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Feature complete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62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Beta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Balancing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Content complete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4 weeks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23.04.2025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20.05.2025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9817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Launch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Final polish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2 weeks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21.05.2025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/>
                      <a:r>
                        <a:rPr lang="en-US" sz="1100" b="0" i="1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</a:rPr>
                        <a:t>04.06.2025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1601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361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6FB1-EE22-B5EC-D2CF-3573EDA26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genre and theme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202FE-8746-DC6A-2559-641442CB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1v1 fighting game</a:t>
            </a:r>
          </a:p>
          <a:p>
            <a:pPr lvl="1"/>
            <a:r>
              <a:rPr lang="en-US" dirty="0"/>
              <a:t>Dynamic platforming</a:t>
            </a:r>
          </a:p>
          <a:p>
            <a:pPr lvl="1"/>
            <a:r>
              <a:rPr lang="en-US" dirty="0"/>
              <a:t>Strategic sword combat</a:t>
            </a:r>
          </a:p>
          <a:p>
            <a:endParaRPr lang="en-US" dirty="0"/>
          </a:p>
          <a:p>
            <a:r>
              <a:rPr lang="en-US" dirty="0"/>
              <a:t>A mix of modern and ancient aesthetic</a:t>
            </a:r>
          </a:p>
          <a:p>
            <a:pPr lvl="1"/>
            <a:r>
              <a:rPr lang="en-US" dirty="0"/>
              <a:t>Stages</a:t>
            </a:r>
          </a:p>
          <a:p>
            <a:pPr lvl="1"/>
            <a:r>
              <a:rPr lang="en-US" dirty="0"/>
              <a:t>music</a:t>
            </a:r>
          </a:p>
        </p:txBody>
      </p:sp>
    </p:spTree>
    <p:extLst>
      <p:ext uri="{BB962C8B-B14F-4D97-AF65-F5344CB8AC3E}">
        <p14:creationId xmlns:p14="http://schemas.microsoft.com/office/powerpoint/2010/main" val="2049886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EDD99-F8B5-BA32-81B2-5B3A4CCA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mechanics, player goal,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E02E6-FC7A-6360-788C-0FC79E4A5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Players controlled movement</a:t>
            </a:r>
          </a:p>
          <a:p>
            <a:pPr marL="0" marR="0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ea typeface="MS Mincho" panose="02020609040205080304" pitchFamily="49" charset="-128"/>
              </a:rPr>
              <a:t>W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ield large (proportionally sized) swords to attack the opponent. </a:t>
            </a:r>
          </a:p>
          <a:p>
            <a:pPr marL="0" marR="0">
              <a:lnSpc>
                <a:spcPct val="10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Each player has a health bar; the goal is to deplete the opponents before your own. </a:t>
            </a:r>
          </a:p>
          <a:p>
            <a:pPr marL="0" marR="0">
              <a:lnSpc>
                <a:spcPct val="10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The swords will be able to slash (rotation), stab (direct attack) and parry (timed swing or button push). </a:t>
            </a:r>
          </a:p>
          <a:p>
            <a:pPr marL="0" marR="0">
              <a:lnSpc>
                <a:spcPct val="10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Special abilities affects how you approach and attack the opponent</a:t>
            </a:r>
          </a:p>
          <a:p>
            <a:pPr marL="0" marR="0">
              <a:lnSpc>
                <a:spcPct val="10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Local multiplayer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7FC2EA-3172-7EC5-F46A-B1B869D3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33" y="4322363"/>
            <a:ext cx="2429214" cy="2410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DBD07D-E0A1-5B34-28BA-EA270F246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657" y="4521368"/>
            <a:ext cx="1856940" cy="1933376"/>
          </a:xfrm>
          <a:prstGeom prst="rect">
            <a:avLst/>
          </a:prstGeom>
        </p:spPr>
      </p:pic>
      <p:pic>
        <p:nvPicPr>
          <p:cNvPr id="11" name="Picture 10" descr="A black rectangle with white dots&#10;&#10;Description automatically generated">
            <a:extLst>
              <a:ext uri="{FF2B5EF4-FFF2-40B4-BE49-F238E27FC236}">
                <a16:creationId xmlns:a16="http://schemas.microsoft.com/office/drawing/2014/main" id="{788E04D6-708E-F071-F186-FBAE88FB4C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455" y="4191714"/>
            <a:ext cx="2540810" cy="254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55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252</Words>
  <Application>Microsoft Office PowerPoint</Application>
  <PresentationFormat>Widescreen</PresentationFormat>
  <Paragraphs>65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Algerian</vt:lpstr>
      <vt:lpstr>Aptos</vt:lpstr>
      <vt:lpstr>Aptos Display</vt:lpstr>
      <vt:lpstr>Arial</vt:lpstr>
      <vt:lpstr>Calibri</vt:lpstr>
      <vt:lpstr>Times New Roman</vt:lpstr>
      <vt:lpstr>Office Theme</vt:lpstr>
      <vt:lpstr>Mythos Grant</vt:lpstr>
      <vt:lpstr>The “X”</vt:lpstr>
      <vt:lpstr>Time/ Schedule</vt:lpstr>
      <vt:lpstr>Game genre and theme</vt:lpstr>
      <vt:lpstr>Game mechanics, player goal,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Christian Valen Leynse</dc:creator>
  <cp:lastModifiedBy>Jens Christian Valen Leynse</cp:lastModifiedBy>
  <cp:revision>3</cp:revision>
  <dcterms:created xsi:type="dcterms:W3CDTF">2025-02-11T12:37:44Z</dcterms:created>
  <dcterms:modified xsi:type="dcterms:W3CDTF">2025-02-11T22:16:24Z</dcterms:modified>
</cp:coreProperties>
</file>